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1 -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POC Chatbot RAG OpenAgenda pour Puls-Events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2 -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Puls-Events souhaite recommander des evenements culturels recents a partir de donnees OpenAgenda et tester l'interet d'un chatbot intelligent.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3 - Objectifs du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Valider la collecte OpenAgenda, construire une base vectorielle FAISS, connecter Mistral via LangChain et produire une demo live utilisable.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4 - Donnees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 : OpenAgenda. Perimetre cible : evenements culturels a Paris, collectes via la lecture transverse `/v2/events`. Les volumes sont recalcules apres chaque collecte.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5 -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Normalisation des champs utiles, filtrage temporel, filtrage geographique, construction d'un texte RAG par evenement.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6 - Vectorisation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Decoupage en chunks, embeddings `mistral-embed`, normalisation L2, indexation dans FAISS.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7 - Base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Index `IndexFlatIP`, similarite cosinus, 1761 chunks indexes, reconstruction possible avec `scripts/build_faiss_index.py`.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8 - Architecture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 utilisateur -&gt; embedding Mistral -&gt; recherche FAISS -&gt; contexte -&gt; prompt LangChain -&gt; ChatMistralAI -&gt; reponse augmentee.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9 - Demo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Commande : `python scripts/chatbot_demo.py`. Exemple : demander des evenements culturels pour enfants a Paris.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10 -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annote `data/eval/qa_dataset.json`. Mesures : source hit rate et keyword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11 - Resultats du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Pipeline fonctionnel de bout en bout, tests unitaires OK, index FAISS genere, chatbot capable de citer les evenements retrouves.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12 -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Qualite variable des donnees OpenAgenda, evaluation encore limitee, pas encore d'interface web, pas de monitoring des couts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13 -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Ajouter une interface demo, etendre le dataset d'evaluation, automatiser la reconstruction, suivre la qualite et les couts.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14 - Prochaine etape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Preparer une demo produit plus fluide et tester avec des utilisateurs metier.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